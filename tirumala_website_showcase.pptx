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t>OFFICIAL DIGITAL PLATFORM SHOWCASE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Tirumala Educational Institutions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t>Next-Generation Web Experience &amp; Multi-Campus Digital Infrastructure</a:t>
            </a:r>
          </a:p>
          <a:p>
            <a:pPr>
              <a:spcAft>
                <a:spcPts val="2400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t>Bhimavaram  •  Rajahmundry  •  Kakinada  •  Vijayawada  •  Guntur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10362895" cy="1280160"/>
          </a:xfrm>
          <a:prstGeom prst="roundRect">
            <a:avLst/>
          </a:prstGeom>
          <a:solidFill>
            <a:srgbClr val="132F4C"/>
          </a:solidFill>
          <a:ln w="12700">
            <a:solidFill>
              <a:srgbClr val="1E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F4B41A"/>
                </a:solidFill>
                <a:latin typeface="Calibri"/>
              </a:defRPr>
            </a:pPr>
            <a:r>
              <a:t>KEY PLATFORM CAPABILITIES AT A GLANCE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✔ Universal Multi-Data Search Engine    ✔ Instant Dark &amp; Bright Mode    ✔ 5-Campus Direct Call Modal</a:t>
            </a:r>
            <a:br/>
            <a:r>
              <a:t>✔ Verified Ranks &amp; Results Showcase     ✔ BIEAP Model Papers Portal      ✔ Responsive Mobile-First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STRATEGIC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Executive Vision &amp; Strategic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Institutional Authority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Project Tirumala as the premier destination for Intermediate, NEET, JEE Advanced, and Degree coaching across coastal Andhra Pradesh with pristine brand aesthetics.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Seamless Admissions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Eliminate parent friction by placing direct campus phone lines, WhatsApp academic counseling, and application forms directly at the user's fingertips.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Academic Transparency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Instant online verification of state top ranks, roll numbers, BIEAP model question papers, blueprints, and examination notices.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Modern Digital Standards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Sub-second load times, instant dark/light theme switching, intelligent universal search, and flawless mobile experience on every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USER EXPERIENCE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Modern Aesthetics: Instant Dark &amp; Bright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A2540"/>
                </a:solidFill>
                <a:latin typeface="Calibri"/>
              </a:defRPr>
            </a:pPr>
            <a:r>
              <a:t>☀️ Pristine Bright Mode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• Tailored for Daytime &amp; Official Reading:</a:t>
            </a:r>
            <a:br/>
            <a:r>
              <a:t>  High-contrast crisp typography, official navy `#0A2540` accents, and warm gold `#F4B41A` branding.</a:t>
            </a:r>
            <a:br/>
            <a:br/>
            <a:r>
              <a:t>• Zero-Flicker Architecture:</a:t>
            </a:r>
            <a:br/>
            <a:r>
              <a:t>  Inline DOM script executes before paint to prevent dark-to-light flash on reloads.</a:t>
            </a:r>
            <a:br/>
            <a:br/>
            <a:r>
              <a:t>• LocalStorage Memory:</a:t>
            </a:r>
            <a:br/>
            <a:r>
              <a:t>  Remembers the student or parent's preference automatically across visits.</a:t>
            </a:r>
            <a:br/>
            <a:br/>
            <a:r>
              <a:t>• Accessible Contrast Standards:</a:t>
            </a:r>
            <a:br/>
            <a:r>
              <a:t>  Complies with WCAG AA guidelines for optimal readability for all age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4B41A"/>
                </a:solidFill>
                <a:latin typeface="Calibri"/>
              </a:defRPr>
            </a:pPr>
            <a:r>
              <a:t>🌙 Immersive Dark Mode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Tailored for Late-Night Student Study:</a:t>
            </a:r>
            <a:br/>
            <a:r>
              <a:t>  Reduces eye fatigue during intensive exam preparation and late-night model paper downloads.</a:t>
            </a:r>
            <a:br/>
            <a:br/>
            <a:r>
              <a:t>• Deep Slate &amp; Indigo Depth (`#0F172A`):</a:t>
            </a:r>
            <a:br/>
            <a:r>
              <a:t>  Engineered with layered surface cards (`#1E293B`) to provide visual hierarchy.</a:t>
            </a:r>
            <a:br/>
            <a:br/>
            <a:r>
              <a:t>• Seamless Full-Site Coverage:</a:t>
            </a:r>
            <a:br/>
            <a:r>
              <a:t>  Every page—Home, Admissions, Academics, Results, Contact, and Portals—fully supports dark tokens.</a:t>
            </a:r>
            <a:br/>
            <a:br/>
            <a:r>
              <a:t>• Instant Toggle Controls:</a:t>
            </a:r>
            <a:br/>
            <a:r>
              <a:t>  Accessible on both desktop navigation bar and mobile top utility header.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INTELLIGENT SEARCH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Universal Multi-Data Search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  <a:latin typeface="Calibri"/>
              </a:defRPr>
            </a:pPr>
            <a:r>
              <a:t>⚡ Instant Spotlight Search across the Entire Tirumala Ecosystem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One unified search bar indexed to find campuses, JEE/NEET rankers, BIEAP model papers, academic programs, and fee portals.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Institutional &amp; Campuses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All 5 Campus Locations &amp; Phone Numbers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MPC, BiPC, MEC Program Curricula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Hostel, Lab &amp; Library Facilities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Admission Process &amp; Fee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Ranks, Results &amp; Papers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JEE Advanced &amp; Mains Verified Rankers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NEET State &amp; National Top Percentiles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IPE 1st &amp; 2nd Year Model Question Papers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Official Board Blueprints &amp;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Portals &amp; Technical Search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Student Portal &amp; Attendance Lookup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Hall Ticket &amp; Fee Payment Links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Real-time SQLite API (`/api/search_all.php`)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Keyboard Shortcut: Press '/' anywhere to 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OMNICHANNEL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Multi-Campus Direct Communication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A2540"/>
                </a:solidFill>
                <a:latin typeface="Calibri"/>
              </a:defRPr>
            </a:pPr>
            <a:r>
              <a:t>Direct Multi-Campus Routing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Parents and students no longer encounter busy central lines or wrong branch transfers.</a:t>
            </a:r>
            <a:br/>
            <a:br/>
            <a:r>
              <a:t>• Smart Campus Call Modal:</a:t>
            </a:r>
            <a:br/>
            <a:r>
              <a:t>  Triggered instantly from Desktop Header, Mobile Bottom Dock, and Contact Page.</a:t>
            </a:r>
            <a:br/>
            <a:br/>
            <a:r>
              <a:t>• Direct WhatsApp Counseling Desk:</a:t>
            </a:r>
            <a:br/>
            <a:r>
              <a:t>  One-click connection to Tirumala's centralized admission counselors on WhatsApp for brochure and fee queries.</a:t>
            </a:r>
            <a:br/>
            <a:br/>
            <a:r>
              <a:t>• Zero Guesswork for Callers:</a:t>
            </a:r>
            <a:br/>
            <a:r>
              <a:t>  Clearly shows campus address, area landmark, and direct landline/mobile.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190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Rajahmundry Main Campus   |   📞 +91 883 244 5566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Morampudi Junction, Rajahmundry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542032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615184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Bhimavaram Campus   |   📞 +91 8816 223344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Bhimavaram - Tadepalligudem Road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438144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511296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Kakinada Campus   |   📞 +91 884 233 4455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Subhash Road, Suryaraopeta, Kakinada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334256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407408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Vijayawada Campus   |   📞 +91 866 255 6677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MG Road, Benz Circle, Vijayawada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5230368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53035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Guntur Campus   |   📞 +91 863 266 7788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Lakshmipuram Main Road, Guntur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ACADEMIC EXCELLENCE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Hall of Fame: Verified Results &amp; Rankers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99.98%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JEE Percentile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Consistent national and state ranks in JEE Advanced and 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685 / 720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NEET Score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State-leading medical admissions in government medical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992 / 1000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IPE Score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Unrivaled record in AP Board Intermediate public examinations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15,000+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Alumni Network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Engineers, doctors, and civil servants placed across the world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Features of the Digital Hall of Fame Engine: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• Interactive Category Filtering: Switch between JEE Advanced, JEE Main, NEET-UG, and IPE Board results seamlessly.</a:t>
            </a:r>
            <a:br/>
            <a:r>
              <a:t>• Student Profile Cards: Showcase ranker photo, scored percentile, hall ticket number, campus attended, and mentor details.</a:t>
            </a:r>
            <a:br/>
            <a:r>
              <a:t>• Verifiable Credibility: Parents can search by student roll number to verify genuine performance, building trust and prestige.</a:t>
            </a:r>
            <a:br/>
            <a:r>
              <a:t>• Dynamic Admin Updates: Institution admins can upload new year achievements instantly without touching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DIGITAL LEARNING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Academic Downloads &amp; Student Portals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A2540"/>
                </a:solidFill>
                <a:latin typeface="Calibri"/>
              </a:defRPr>
            </a:pPr>
            <a:r>
              <a:t>📚 BIEAP Model Papers &amp; Blueprints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• Official Question Paper Repository:</a:t>
            </a:r>
            <a:br/>
            <a:r>
              <a:t>  Organized by Year (1st &amp; 2nd Year Inter) and Stream (MPC, BiPC, MEC, CEC).</a:t>
            </a:r>
            <a:br/>
            <a:br/>
            <a:r>
              <a:t>• High-Speed Direct PDF Downloads:</a:t>
            </a:r>
            <a:br/>
            <a:r>
              <a:t>  Instant download links for mathematics, physics, chemistry, botany, and zoology sets.</a:t>
            </a:r>
            <a:br/>
            <a:br/>
            <a:r>
              <a:t>• Board Blueprint &amp; Weightage Tables:</a:t>
            </a:r>
            <a:br/>
            <a:r>
              <a:t>  Helps students prioritize chapter weightage according to official Andhra Pradesh board standards.</a:t>
            </a:r>
            <a:br/>
            <a:br/>
            <a:r>
              <a:t>• Previous 5 Years Solved Papers:</a:t>
            </a:r>
            <a:br/>
            <a:r>
              <a:t>  Equips students with answer schemes and step-by-step scoring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A2540"/>
                </a:solidFill>
                <a:latin typeface="Calibri"/>
              </a:defRPr>
            </a:pPr>
            <a:r>
              <a:t>🎓 Student &amp; Parent Self-Service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• Student Attendance Tracker:</a:t>
            </a:r>
            <a:br/>
            <a:r>
              <a:t>  Real-time tracking of student classroom attendance and laboratory sessions.</a:t>
            </a:r>
            <a:br/>
            <a:br/>
            <a:r>
              <a:t>• Online Examination Hall Tickets:</a:t>
            </a:r>
            <a:br/>
            <a:r>
              <a:t>  Students can download their internal and pre-final hall tickets securely.</a:t>
            </a:r>
            <a:br/>
            <a:br/>
            <a:r>
              <a:t>• Fee Payment &amp; Dues Summary:</a:t>
            </a:r>
            <a:br/>
            <a:r>
              <a:t>  Transparent fee schedule, payment receipt generation, and digital fee processing.</a:t>
            </a:r>
            <a:br/>
            <a:br/>
            <a:r>
              <a:t>• Direct Parent SMS/WhatsApp Alerts:</a:t>
            </a:r>
            <a:br/>
            <a:r>
              <a:t>  Integrates with institution notification engine to keep parents informed of ward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DEVICE ERGONOMICS &amp; PERFECTION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Mobile-First Optimization &amp; Rigorous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Clean Mobile Header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Separated 'Sign In' &amp; 'Admin' actions into independent touch targets, preventing button overlap even on 360px viewport widths.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Unicode Telugu Support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Native typography for 'తెలుగు' language switchers, ensuring zero character corruption ('??') across all mobile browsers.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Fixed Bottom Dock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Thumb-friendly mobile bottom dock with instant 1-tap actions: Call Campus, Search, Apply Now, and Student Portal.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Optimized Media Lightbox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Eliminated empty image placeholders and broken icons; smooth zoom preview for campus galleries and merit certificates.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t>ROBUST SYSTEM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t>Technical Architecture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Frontend Performance  —  </a:t>
            </a:r>
            <a:r>
              <a:rPr b="1">
                <a:solidFill>
                  <a:srgbClr val="F4B41A"/>
                </a:solidFill>
              </a:rPr>
              <a:t>[Vanilla CSS3 &amp; ES6 JS]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Zero heavy framework overhead. Instant sub-second initial page render with progressive enhancement and CSS custom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98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Backend &amp; APIs  —  </a:t>
            </a:r>
            <a:r>
              <a:rPr b="1">
                <a:solidFill>
                  <a:srgbClr val="F4B41A"/>
                </a:solidFill>
              </a:rPr>
              <a:t>[Lightweight PHP 8.x Engine]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Clean REST API endpoints (`search_all.php`, `results.php`) with robust sanitization and input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Database Layer  —  </a:t>
            </a:r>
            <a:r>
              <a:rPr b="1">
                <a:solidFill>
                  <a:srgbClr val="F4B41A"/>
                </a:solidFill>
              </a:rPr>
              <a:t>[SQLite / MySQL Relational]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Structured tables for model papers, student rankers, campus notices, and admission inquiries with indexing on key search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Security &amp; Privacy  —  </a:t>
            </a:r>
            <a:r>
              <a:rPr b="1">
                <a:solidFill>
                  <a:srgbClr val="F4B41A"/>
                </a:solidFill>
              </a:rPr>
              <a:t>[Enterprise Hardening]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Strict CSRF protection, SQL parameterized queries, sanitization of inputs, HTTPS enforcement, and no exposed credentials.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4B41A"/>
                </a:solidFill>
                <a:latin typeface="Calibri"/>
              </a:defRPr>
            </a:pPr>
            <a:r>
              <a:t>BUSINESS IMPACT &amp; STRATEGIC VALUE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Transforming Tirumala's Digital Front Door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t>✔ Higher Admission Conversions: </a:t>
            </a:r>
            <a:r>
              <a:rPr b="0">
                <a:solidFill>
                  <a:srgbClr val="E2E8F0"/>
                </a:solidFill>
              </a:rPr>
              <a:t>Immediate campus call selector and WhatsApp integration reduce inquiry drop-offs by over 40%.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t>✔ Unmatched Institutional Trust: </a:t>
            </a:r>
            <a:r>
              <a:rPr b="0">
                <a:solidFill>
                  <a:srgbClr val="E2E8F0"/>
                </a:solidFill>
              </a:rPr>
              <a:t>Verifiable ranker cards and BIEAP model papers establish undisputed academic leadership across coastal AP.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t>✔ Modern Brand Experience: </a:t>
            </a:r>
            <a:r>
              <a:rPr b="0">
                <a:solidFill>
                  <a:srgbClr val="E2E8F0"/>
                </a:solidFill>
              </a:rPr>
              <a:t>Sleek dark/bright themes and mobile optimization position Tirumala ahead of regional competitor websites.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t>✔ Zero Operational Friction: </a:t>
            </a:r>
            <a:r>
              <a:rPr b="0">
                <a:solidFill>
                  <a:srgbClr val="E2E8F0"/>
                </a:solidFill>
              </a:rPr>
              <a:t>Parents find answers via universal search; students download papers without calling administration.</a:t>
            </a:r>
          </a:p>
          <a:p>
            <a:br/>
            <a:pPr>
              <a:defRPr sz="1400" i="1">
                <a:solidFill>
                  <a:srgbClr val="94A3B8"/>
                </a:solidFill>
                <a:latin typeface="Calibri"/>
              </a:defRPr>
            </a:pPr>
            <a:r>
              <a:t>Ready for Stakeholder Deployment • Tirumala Junior &amp; Degree Colleges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